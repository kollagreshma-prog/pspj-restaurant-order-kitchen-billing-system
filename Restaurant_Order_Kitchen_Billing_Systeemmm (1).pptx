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65" autoAdjust="0"/>
  </p:normalViewPr>
  <p:slideViewPr>
    <p:cSldViewPr snapToGrid="0" snapToObjects="1">
      <p:cViewPr varScale="1">
        <p:scale>
          <a:sx n="46" d="100"/>
          <a:sy n="46" d="100"/>
        </p:scale>
        <p:origin x="1061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2705" y="754380"/>
            <a:ext cx="70408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FD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6217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6C5D"/>
                </a:solidFill>
                <a:latin typeface="Aptos Display"/>
              </a:defRPr>
            </a:pPr>
            <a:r>
              <a:t>RESTAURANT</a:t>
            </a:r>
          </a:p>
          <a:p>
            <a:pPr>
              <a:defRPr sz="3200" b="1">
                <a:solidFill>
                  <a:srgbClr val="26A69A"/>
                </a:solidFill>
                <a:latin typeface="Aptos Display"/>
              </a:defRPr>
            </a:pPr>
            <a:r>
              <a:t>ORDER, KITCHEN</a:t>
            </a:r>
          </a:p>
          <a:p>
            <a:pPr>
              <a:defRPr sz="3200" b="1">
                <a:solidFill>
                  <a:srgbClr val="303E48"/>
                </a:solidFill>
                <a:latin typeface="Aptos Display"/>
              </a:defRPr>
            </a:pPr>
            <a:r>
              <a:t>&amp; BILLING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914400"/>
            <a:ext cx="3246120" cy="114300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0789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🍕 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3619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Choose food &amp; quantity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31720"/>
            <a:ext cx="3246120" cy="114300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249631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👨‍🍳  KITCHEN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95351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Track the customer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49039"/>
            <a:ext cx="3246120" cy="114300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3913631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🧾 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370831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Calculate the final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DFA03-8F00-5D89-1E8A-45D009867A81}"/>
              </a:ext>
            </a:extLst>
          </p:cNvPr>
          <p:cNvSpPr txBox="1"/>
          <p:nvPr/>
        </p:nvSpPr>
        <p:spPr>
          <a:xfrm>
            <a:off x="540774" y="3319272"/>
            <a:ext cx="6420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 Name: </a:t>
            </a:r>
            <a:r>
              <a:rPr lang="en-IN" dirty="0" err="1"/>
              <a:t>G.Rithwika</a:t>
            </a:r>
            <a:r>
              <a:rPr lang="en-IN" dirty="0"/>
              <a:t> [2620090117]</a:t>
            </a:r>
          </a:p>
          <a:p>
            <a:r>
              <a:rPr lang="en-IN" dirty="0"/>
              <a:t>                           </a:t>
            </a:r>
            <a:r>
              <a:rPr lang="en-IN" dirty="0" err="1"/>
              <a:t>K.Greshma</a:t>
            </a:r>
            <a:r>
              <a:rPr lang="en-IN" dirty="0"/>
              <a:t> [2620030460]</a:t>
            </a:r>
          </a:p>
          <a:p>
            <a:r>
              <a:rPr lang="en-IN" dirty="0"/>
              <a:t>Faculty Guide: </a:t>
            </a:r>
            <a:r>
              <a:rPr lang="en-IN" dirty="0" err="1"/>
              <a:t>V.GopiKrishna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A simple Java system that connects ordering, kitchen processing and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338328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🍽️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67712"/>
            <a:ext cx="2926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Customers select food items and enter quantities.</a:t>
            </a:r>
            <a:br/>
            <a:br/>
            <a:r>
              <a:t>The program stores the order and calculates each item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338328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👨‍🍳 KITCHEN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67712"/>
            <a:ext cx="2926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The ordered items are displayed clearly for the kitchen.</a:t>
            </a:r>
            <a:br/>
            <a:br/>
            <a:r>
              <a:t>This helps staff see what needs to be prepared.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338328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1051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🧾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926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The system adds item totals and generates the final bill.</a:t>
            </a:r>
            <a:br/>
            <a:br/>
            <a:r>
              <a:t>It reduces manual calculation.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Manual restaurant processes can be slow and confusing.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03E48"/>
                </a:solidFill>
                <a:latin typeface="Aptos"/>
              </a:defRPr>
            </a:pPr>
            <a:r>
              <a:t>•  Orders may be written or communicated manually.</a:t>
            </a:r>
          </a:p>
          <a:p>
            <a:pPr>
              <a:spcAft>
                <a:spcPts val="1200"/>
              </a:spcAft>
              <a:defRPr sz="1900">
                <a:solidFill>
                  <a:srgbClr val="303E48"/>
                </a:solidFill>
                <a:latin typeface="Aptos"/>
              </a:defRPr>
            </a:pPr>
            <a:r>
              <a:t>•  Calculating prices and totals by hand can cause mistakes.</a:t>
            </a:r>
          </a:p>
          <a:p>
            <a:pPr>
              <a:spcAft>
                <a:spcPts val="1200"/>
              </a:spcAft>
              <a:defRPr sz="1900">
                <a:solidFill>
                  <a:srgbClr val="303E48"/>
                </a:solidFill>
                <a:latin typeface="Aptos"/>
              </a:defRPr>
            </a:pPr>
            <a:r>
              <a:t>•  Kitchen staff need a clear view of the customer's order.</a:t>
            </a:r>
          </a:p>
          <a:p>
            <a:pPr>
              <a:spcAft>
                <a:spcPts val="1200"/>
              </a:spcAft>
              <a:defRPr sz="1900">
                <a:solidFill>
                  <a:srgbClr val="303E48"/>
                </a:solidFill>
                <a:latin typeface="Aptos"/>
              </a:defRPr>
            </a:pPr>
            <a:r>
              <a:t>•  Managing several food items and quantities takes extra time.</a:t>
            </a:r>
          </a:p>
          <a:p>
            <a:pPr>
              <a:spcAft>
                <a:spcPts val="1200"/>
              </a:spcAft>
              <a:defRPr sz="1900">
                <a:solidFill>
                  <a:srgbClr val="303E48"/>
                </a:solidFill>
                <a:latin typeface="Aptos"/>
              </a:defRPr>
            </a:pPr>
            <a:r>
              <a:t>•  A simple computerized system can bring these steps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What our project aims to achieve.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074920" cy="16916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7335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01  Easy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Allow users to select food items and quantities.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074920" cy="16916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02  Kitchen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0552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Display the order in a simple kitchen-friendly format.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074920" cy="169164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03  Automatic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79392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Calculate item totals and the final bill.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074920" cy="16916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822191"/>
            <a:ext cx="4617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04  Less Manual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79392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Reduce repeated calculations and order confusion.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4. Existing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How the process is commonly handled without our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246120" cy="356616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📝 1. TAKE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Staff note the customer's food choices and quantities.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00200"/>
            <a:ext cx="3246120" cy="356616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🗣️ 2. TELL KITCHEN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21992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The order is passed to the kitchen manually.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246120" cy="356616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🧮 3. CALCULATE BILL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21992"/>
            <a:ext cx="2788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Prices are added manually before giving the bill.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5. Proposed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Our Java program combines the main restaurant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2423160" cy="205740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1  View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9192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Show food items and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88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57400"/>
            <a:ext cx="2423160" cy="205740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2  Place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79192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Select item and quantity.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788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57400"/>
            <a:ext cx="2423160" cy="205740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3  Send to Kitchen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79192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Display the complete order.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788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57400"/>
            <a:ext cx="2423160" cy="205740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221992"/>
            <a:ext cx="1965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4  Generate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79192"/>
            <a:ext cx="1965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Calculate and show total.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6.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Simple flow of data through the Java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468880" cy="1920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84832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Chooses food &amp; quantity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468880" cy="19202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2084832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JAVA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42032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Processes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2468880" cy="192024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084832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KITCHEN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42032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Receives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46C7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920240"/>
            <a:ext cx="2468880" cy="1920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2084832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542032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Calculates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00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03E48"/>
                </a:solidFill>
                <a:latin typeface="Aptos Display"/>
              </a:defRPr>
            </a:pPr>
            <a:r>
              <a:t>Input → Processing → Kitchen Order → Bill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7. Functionalities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Main features included in the Java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63040"/>
            <a:ext cx="4983480" cy="777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✓  Display food 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8483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983480" cy="7772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2763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✓  Select food 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2514600"/>
            <a:ext cx="4983480" cy="777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67919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✓  Enter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13639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2514600"/>
            <a:ext cx="4983480" cy="7772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67919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✓  Calculate item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3639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3566160"/>
            <a:ext cx="4983480" cy="777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373075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✓  Prepare kitchen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18795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60" y="3566160"/>
            <a:ext cx="4983480" cy="7772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73075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✓  Generate final bill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8795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4617720"/>
            <a:ext cx="4983480" cy="77724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✓  Show total 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3951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09360" y="4617720"/>
            <a:ext cx="4983480" cy="77724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782312"/>
            <a:ext cx="4526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✓  Exit the program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39512"/>
            <a:ext cx="4526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8. Implementation – Java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Use these sections as the code screenshots in the final PPT.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6C5D"/>
                </a:solidFill>
              </a:defRPr>
            </a:pPr>
            <a:r>
              <a:t>MENU + 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4800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3E48"/>
                </a:solidFill>
                <a:latin typeface="Consolas"/>
              </a:defRPr>
            </a:pPr>
            <a:r>
              <a:t>String[] items = {"Pizza", "Burger", "Biryani", "Sandwich"};</a:t>
            </a:r>
            <a:br/>
            <a:r>
              <a:t>int[] price = {200, 120, 180, 100};</a:t>
            </a:r>
            <a:br/>
            <a:br/>
            <a:r>
              <a:t>System.out.println("1. Pizza - Rs.200");</a:t>
            </a:r>
            <a:br/>
            <a:r>
              <a:t>System.out.println("2. Burger - Rs.120");</a:t>
            </a:r>
            <a:br/>
            <a:r>
              <a:t>System.out.println("3. Biryani - Rs.180");</a:t>
            </a:r>
            <a:br/>
            <a:r>
              <a:t>System.out.println("4. Sandwich - Rs.100");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6A69A"/>
                </a:solidFill>
              </a:defRPr>
            </a:pPr>
            <a:r>
              <a:t>ORDER + BILL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800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03E48"/>
                </a:solidFill>
                <a:latin typeface="Consolas"/>
              </a:defRPr>
            </a:pPr>
            <a:r>
              <a:t>int total = 0;</a:t>
            </a:r>
            <a:br/>
            <a:r>
              <a:t>total += price[choice - 1] * quantity;</a:t>
            </a:r>
            <a:br/>
            <a:br/>
            <a:r>
              <a:t>System.out.println("KITCHEN ORDER");</a:t>
            </a:r>
            <a:br/>
            <a:r>
              <a:t>System.out.println("Item: " + items[choice - 1]);</a:t>
            </a:r>
            <a:br/>
            <a:r>
              <a:t>System.out.println("Quantity: " + quantity);</a:t>
            </a:r>
            <a:br/>
            <a:br/>
            <a:r>
              <a:t>System.out.println("TOTAL: Rs." + total);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C70"/>
                </a:solidFill>
              </a:defRPr>
            </a:pPr>
            <a:r>
              <a:t>Replace these sample panels with screenshots of your actual tested Java code before submission.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9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98A3E2-E20C-462B-8966-9706333E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75" y="868679"/>
            <a:ext cx="4710330" cy="60842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BE977C-7BEC-A967-8964-CB125F640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443" y="877824"/>
            <a:ext cx="2911726" cy="59801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108564-FDA8-08D1-FF79-9D783C247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456" y="868678"/>
            <a:ext cx="4563543" cy="5989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9. Output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Add screenshots from the working Java program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2880360" cy="2423160"/>
          </a:xfrm>
          <a:prstGeom prst="roundRect">
            <a:avLst/>
          </a:prstGeom>
          <a:solidFill>
            <a:srgbClr val="F5F5F5"/>
          </a:solidFill>
          <a:ln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6C70"/>
                </a:solidFill>
              </a:defRPr>
            </a:pPr>
            <a:r>
              <a:t>INSERT</a:t>
            </a:r>
            <a:br/>
            <a:r>
              <a:t>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6C5D"/>
                </a:solidFill>
              </a:defRPr>
            </a:pPr>
            <a:r>
              <a:t>MAIN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55448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09160" y="1965960"/>
            <a:ext cx="2880360" cy="2423160"/>
          </a:xfrm>
          <a:prstGeom prst="roundRect">
            <a:avLst/>
          </a:prstGeom>
          <a:solidFill>
            <a:srgbClr val="F5F5F5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6C70"/>
                </a:solidFill>
              </a:defRPr>
            </a:pPr>
            <a:r>
              <a:t>INSERT</a:t>
            </a:r>
            <a:br/>
            <a:r>
              <a:t>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A69A"/>
                </a:solidFill>
              </a:defRPr>
            </a:pPr>
            <a:r>
              <a:t>KITCHEN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5448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49640" y="1965960"/>
            <a:ext cx="2880360" cy="2423160"/>
          </a:xfrm>
          <a:prstGeom prst="roundRect">
            <a:avLst/>
          </a:prstGeom>
          <a:solidFill>
            <a:srgbClr val="F5F5F5"/>
          </a:solidFill>
          <a:ln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788920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46C70"/>
                </a:solidFill>
              </a:defRPr>
            </a:pPr>
            <a:r>
              <a:t>INSERT</a:t>
            </a:r>
            <a:br/>
            <a:r>
              <a:t>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7BE46"/>
                </a:solidFill>
              </a:defRPr>
            </a:pPr>
            <a:r>
              <a:t>FINAL BILL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10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55068E-D780-E03B-FCE5-1AFF960BF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" y="1261870"/>
            <a:ext cx="6042660" cy="52255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0CDB1B-A99E-2399-C83D-C7A74B7A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1097280"/>
            <a:ext cx="60426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10.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Possible improvements for a larger version of the project.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3383280" cy="160020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🖥️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483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Java Swing / JavaFX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63040"/>
            <a:ext cx="3383280" cy="160020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🗄️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8483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Store menu, orders and bills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63040"/>
            <a:ext cx="3383280" cy="160020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📱 ONLINE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8483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Allow customers to place orders digitally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83280" cy="160020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73075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💳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8795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Add digital payment options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0020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73075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🔔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18795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Show order preparation 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383280" cy="160020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373075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👤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8795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Separate customer and staff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28600"/>
            <a:ext cx="411480" cy="41148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475488"/>
            <a:ext cx="228600" cy="2286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18520" y="713232"/>
            <a:ext cx="164592" cy="164592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03E48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0"/>
                </a:solidFill>
                <a:latin typeface="Aptos"/>
              </a:defRPr>
            </a:pPr>
            <a:r>
              <a:t>A small project that brings three restaurant tasks into one Java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3246120" cy="3337560"/>
          </a:xfrm>
          <a:prstGeom prst="roundRect">
            <a:avLst/>
          </a:prstGeom>
          <a:solidFill>
            <a:srgbClr val="FDE7E2"/>
          </a:solidFill>
          <a:ln w="15240">
            <a:solidFill>
              <a:srgbClr val="EF6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6C5D"/>
                </a:solidFill>
                <a:latin typeface="Aptos Display"/>
              </a:defRPr>
            </a:pPr>
            <a:r>
              <a:t>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21992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Food selection and quantities are handled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00200"/>
            <a:ext cx="3246120" cy="3337560"/>
          </a:xfrm>
          <a:prstGeom prst="roundRect">
            <a:avLst/>
          </a:prstGeom>
          <a:solidFill>
            <a:srgbClr val="E0F4F1"/>
          </a:solidFill>
          <a:ln w="15240"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 Display"/>
              </a:defRPr>
            </a:pPr>
            <a:r>
              <a:t>KITCHEN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221992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The order can be displayed clearly for preparation.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246120" cy="3337560"/>
          </a:xfrm>
          <a:prstGeom prst="roundRect">
            <a:avLst/>
          </a:prstGeom>
          <a:solidFill>
            <a:srgbClr val="FFF3CC"/>
          </a:solidFill>
          <a:ln w="15240">
            <a:solidFill>
              <a:srgbClr val="F7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76479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7BE46"/>
                </a:solidFill>
                <a:latin typeface="Aptos Display"/>
              </a:defRPr>
            </a:pPr>
            <a:r>
              <a:t>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21992"/>
            <a:ext cx="2788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03E48"/>
                </a:solidFill>
                <a:latin typeface="Aptos"/>
              </a:defRPr>
            </a:pPr>
            <a:r>
              <a:t>The total is calculated automatically from the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03E48"/>
                </a:solidFill>
                <a:latin typeface="Aptos Display"/>
              </a:defRPr>
            </a:pPr>
            <a:r>
              <a:t>The project demonstrates how Java can automate a real-world restaurant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1143000"/>
            <a:ext cx="8503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D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589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F6C5D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97180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6A69A"/>
                </a:solidFill>
              </a:defRPr>
            </a:pPr>
            <a:r>
              <a:t>Restaurant Order, Kitchen &amp; Billing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0690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03E48"/>
                </a:solidFill>
              </a:defRPr>
            </a:pPr>
            <a:r>
              <a:t>Questions?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4892040"/>
            <a:ext cx="320040" cy="320040"/>
          </a:xfrm>
          <a:prstGeom prst="ellipse">
            <a:avLst/>
          </a:prstGeom>
          <a:solidFill>
            <a:srgbClr val="EF6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0" y="4892040"/>
            <a:ext cx="320040" cy="320040"/>
          </a:xfrm>
          <a:prstGeom prst="ellipse">
            <a:avLst/>
          </a:prstGeom>
          <a:solidFill>
            <a:srgbClr val="F7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80" y="4892040"/>
            <a:ext cx="320040" cy="32004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C70"/>
                </a:solidFill>
                <a:latin typeface="Aptos"/>
              </a:defRPr>
            </a:pPr>
            <a:r>
              <a:t>Restaurant Order, Kitchen &amp; Billing System   •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916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Rithwika</dc:creator>
  <cp:keywords/>
  <dc:description>generated using python-pptx</dc:description>
  <cp:lastModifiedBy>rithwikagummadi08@outlook.com</cp:lastModifiedBy>
  <cp:revision>2</cp:revision>
  <dcterms:created xsi:type="dcterms:W3CDTF">2013-01-27T09:14:16Z</dcterms:created>
  <dcterms:modified xsi:type="dcterms:W3CDTF">2026-10-01T05:37:48Z</dcterms:modified>
  <cp:category/>
</cp:coreProperties>
</file>